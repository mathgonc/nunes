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F2475-667D-47FF-AFF4-DA91A9506234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08A22-B722-4759-AE13-8AAA52D2D4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4997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Clicar em aplicar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090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Conferir</a:t>
            </a:r>
            <a:r>
              <a:rPr lang="pt-BR" baseline="0" dirty="0" smtClean="0"/>
              <a:t> se tem alguma pendência com vencimento errado, que deveria estar com vencimento para o mês atual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929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Selecionar</a:t>
            </a:r>
            <a:r>
              <a:rPr lang="pt-BR" baseline="0" dirty="0" smtClean="0"/>
              <a:t> as contas 112806, 112807 e 112817 – vencimento inicial sempre: 01/01/00  e vencimento final 25 do mês corrente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658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Salvar</a:t>
            </a:r>
            <a:r>
              <a:rPr lang="pt-BR" baseline="0" dirty="0" smtClean="0"/>
              <a:t> neste caminho na pasta do mês corrente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43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 smtClean="0"/>
              <a:t>Clrl</a:t>
            </a:r>
            <a:r>
              <a:rPr lang="pt-BR" dirty="0" smtClean="0"/>
              <a:t> +</a:t>
            </a:r>
            <a:r>
              <a:rPr lang="pt-BR" baseline="0" dirty="0" smtClean="0"/>
              <a:t> D  = 2005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32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Depois</a:t>
            </a:r>
            <a:r>
              <a:rPr lang="pt-BR" baseline="0" dirty="0" smtClean="0"/>
              <a:t> de preencher como está na tela dar </a:t>
            </a:r>
            <a:r>
              <a:rPr lang="pt-BR" baseline="0" dirty="0" err="1" smtClean="0"/>
              <a:t>enter</a:t>
            </a:r>
            <a:r>
              <a:rPr lang="pt-BR" baseline="0" dirty="0" smtClean="0"/>
              <a:t> até o final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67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Se estiver tudo certo clicar</a:t>
            </a:r>
            <a:r>
              <a:rPr lang="pt-BR" baseline="0" dirty="0" smtClean="0"/>
              <a:t> em SIM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815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Totalização da Quebra</a:t>
            </a:r>
            <a:r>
              <a:rPr lang="pt-BR" baseline="0" dirty="0" smtClean="0"/>
              <a:t> de caixa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29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Totalização</a:t>
            </a:r>
            <a:r>
              <a:rPr lang="pt-BR" baseline="0" dirty="0" smtClean="0"/>
              <a:t> vale café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128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Seleciona uma</a:t>
            </a:r>
            <a:r>
              <a:rPr lang="pt-BR" baseline="0" dirty="0" smtClean="0"/>
              <a:t> loja por vez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46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Separador de Campos – apenas dar </a:t>
            </a:r>
            <a:r>
              <a:rPr lang="pt-BR" dirty="0" err="1" smtClean="0"/>
              <a:t>enter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474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Fazer</a:t>
            </a:r>
            <a:r>
              <a:rPr lang="pt-BR" baseline="0" dirty="0" smtClean="0"/>
              <a:t> o mesmo processo para todas as unidades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206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Clicar nos 3 pontinhos do arquivo e buscar no caminho </a:t>
            </a:r>
            <a:r>
              <a:rPr lang="pt-BR" dirty="0" err="1" smtClean="0"/>
              <a:t>this</a:t>
            </a:r>
            <a:r>
              <a:rPr lang="pt-BR" dirty="0" smtClean="0"/>
              <a:t> </a:t>
            </a:r>
            <a:r>
              <a:rPr lang="pt-BR" dirty="0" err="1" smtClean="0"/>
              <a:t>pc</a:t>
            </a:r>
            <a:r>
              <a:rPr lang="pt-BR" dirty="0" smtClean="0"/>
              <a:t> – dados</a:t>
            </a:r>
            <a:r>
              <a:rPr lang="pt-BR" baseline="0" dirty="0" smtClean="0"/>
              <a:t> S – R – </a:t>
            </a:r>
            <a:r>
              <a:rPr lang="pt-BR" baseline="0" dirty="0" err="1" smtClean="0"/>
              <a:t>Dominio</a:t>
            </a:r>
            <a:r>
              <a:rPr lang="pt-BR" baseline="0" dirty="0" smtClean="0"/>
              <a:t> = escolher o arquivo da referida loja.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1374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Após</a:t>
            </a:r>
            <a:r>
              <a:rPr lang="pt-BR" baseline="0" dirty="0" smtClean="0"/>
              <a:t> selecionar o arquivo clicar em importar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5958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Conferir</a:t>
            </a:r>
            <a:r>
              <a:rPr lang="pt-BR" baseline="0" dirty="0" smtClean="0"/>
              <a:t> e gravar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851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Fazer o</a:t>
            </a:r>
            <a:r>
              <a:rPr lang="pt-BR" baseline="0" dirty="0" smtClean="0"/>
              <a:t> mesmo processo em todas as lojas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0296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Caso</a:t>
            </a:r>
            <a:r>
              <a:rPr lang="pt-BR" baseline="0" dirty="0" smtClean="0"/>
              <a:t> ocorra essa mensagem – clicar em </a:t>
            </a:r>
            <a:r>
              <a:rPr lang="pt-BR" baseline="0" dirty="0" err="1" smtClean="0"/>
              <a:t>yes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54487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Neste caso vá até a pasta onde está salvo o arquivo</a:t>
            </a:r>
            <a:r>
              <a:rPr lang="pt-BR" baseline="0" dirty="0" smtClean="0"/>
              <a:t> e abra para corrigir o erro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5730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Identifique a linha e verifique no </a:t>
            </a:r>
            <a:r>
              <a:rPr lang="pt-BR" dirty="0" err="1" smtClean="0"/>
              <a:t>mix</a:t>
            </a:r>
            <a:r>
              <a:rPr lang="pt-BR" baseline="0" dirty="0" smtClean="0"/>
              <a:t> – pela coluna ponto eletrônico quem é o funcionário com erro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006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Após corrigir – selecionar novamente o arquivo</a:t>
            </a:r>
            <a:r>
              <a:rPr lang="pt-BR" baseline="0" dirty="0" smtClean="0"/>
              <a:t> – e alterar lançamento existentes para Sobrescrever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5264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Seleciona as contas de totalização e a</a:t>
            </a:r>
            <a:r>
              <a:rPr lang="pt-BR" baseline="0" dirty="0" smtClean="0"/>
              <a:t> data de vencimento 25 do mês corrente inicio e fim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103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Filtrar</a:t>
            </a:r>
            <a:r>
              <a:rPr lang="pt-BR" baseline="0" dirty="0" smtClean="0"/>
              <a:t> por loja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4617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Salvar na pasta da loja como convenio</a:t>
            </a:r>
            <a:r>
              <a:rPr lang="pt-BR" baseline="0" dirty="0" smtClean="0"/>
              <a:t> loja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5878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Filtro – retirar filtro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0166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Para</a:t>
            </a:r>
            <a:r>
              <a:rPr lang="pt-BR" baseline="0" dirty="0" smtClean="0"/>
              <a:t> subtotalizar por funcionário – clica em funcionário e clicar em </a:t>
            </a:r>
            <a:r>
              <a:rPr lang="pt-BR" baseline="0" dirty="0" err="1" smtClean="0"/>
              <a:t>subtotaliza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0031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Repete</a:t>
            </a:r>
            <a:r>
              <a:rPr lang="pt-BR" baseline="0" dirty="0" smtClean="0"/>
              <a:t> o processo ate salvar de todas as unidades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259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Baixar</a:t>
            </a:r>
            <a:r>
              <a:rPr lang="pt-BR" baseline="0" dirty="0" smtClean="0"/>
              <a:t> o convênio documento 3535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5920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Entra com as três contas totalizadoras e puxa os valores com vencimento</a:t>
            </a:r>
            <a:r>
              <a:rPr lang="pt-BR" baseline="0" dirty="0" smtClean="0"/>
              <a:t> no mês corrente.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315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Clicar em inverter e depois em sim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423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Depois que zerou vai dando</a:t>
            </a:r>
            <a:r>
              <a:rPr lang="pt-BR" baseline="0" dirty="0" smtClean="0"/>
              <a:t> </a:t>
            </a:r>
            <a:r>
              <a:rPr lang="pt-BR" baseline="0" dirty="0" err="1" smtClean="0"/>
              <a:t>enter</a:t>
            </a:r>
            <a:r>
              <a:rPr lang="pt-BR" baseline="0" dirty="0" smtClean="0"/>
              <a:t> até chegar em histórico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1551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Clicar em sim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836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 smtClean="0"/>
              <a:t>Relatorio</a:t>
            </a:r>
            <a:r>
              <a:rPr lang="pt-BR" dirty="0" smtClean="0"/>
              <a:t> para baixar</a:t>
            </a:r>
            <a:r>
              <a:rPr lang="pt-BR" baseline="0" dirty="0" smtClean="0"/>
              <a:t> os adiantamentos salariais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5083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Salvar na pasta </a:t>
            </a:r>
            <a:r>
              <a:rPr lang="pt-BR" dirty="0" err="1" smtClean="0"/>
              <a:t>audifical</a:t>
            </a:r>
            <a:r>
              <a:rPr lang="pt-BR" dirty="0" smtClean="0"/>
              <a:t>/do mês corrente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8957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Conferir o valor</a:t>
            </a:r>
            <a:r>
              <a:rPr lang="pt-BR" baseline="0" dirty="0" smtClean="0"/>
              <a:t> se é o mesmo do relatório salvo, depois clicar em todas e confirmar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8641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Preencher os dados conforme tela</a:t>
            </a:r>
            <a:r>
              <a:rPr lang="pt-BR" baseline="0" dirty="0" smtClean="0"/>
              <a:t> e dar </a:t>
            </a:r>
            <a:r>
              <a:rPr lang="pt-BR" baseline="0" dirty="0" err="1" smtClean="0"/>
              <a:t>enter</a:t>
            </a:r>
            <a:r>
              <a:rPr lang="pt-BR" baseline="0" dirty="0" smtClean="0"/>
              <a:t> até o histórico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8213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Clicar</a:t>
            </a:r>
            <a:r>
              <a:rPr lang="pt-BR" baseline="0" dirty="0" smtClean="0"/>
              <a:t> em inverter para zerar a </a:t>
            </a:r>
            <a:r>
              <a:rPr lang="pt-BR" baseline="0" dirty="0" err="1" smtClean="0"/>
              <a:t>movto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08A22-B722-4759-AE13-8AAA52D2D442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180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11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39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89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47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2753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523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27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56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20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091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24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4D36D-1735-4618-8B02-6A5FB6165E41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031A8-2079-428A-AC9C-FD78E943B5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91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85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3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09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6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00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7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18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38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14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62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58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63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18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5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7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34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48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33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65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83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13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12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61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05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7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87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66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16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44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84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165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762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86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310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182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91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420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102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102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209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3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365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40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433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5768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5263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86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618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616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719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319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339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57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511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058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04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55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381</Words>
  <Application>Microsoft Office PowerPoint</Application>
  <PresentationFormat>Widescreen</PresentationFormat>
  <Paragraphs>72</Paragraphs>
  <Slides>60</Slides>
  <Notes>36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Ivanilza Silva de Jesus</dc:creator>
  <cp:lastModifiedBy>Ivanilza Silva de Jesus</cp:lastModifiedBy>
  <cp:revision>9</cp:revision>
  <dcterms:created xsi:type="dcterms:W3CDTF">2025-12-23T19:33:49Z</dcterms:created>
  <dcterms:modified xsi:type="dcterms:W3CDTF">2025-12-23T20:55:47Z</dcterms:modified>
</cp:coreProperties>
</file>